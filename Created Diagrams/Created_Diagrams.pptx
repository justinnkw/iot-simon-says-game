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2" r:id="rId5"/>
    <p:sldId id="266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14" autoAdjust="0"/>
    <p:restoredTop sz="95673" autoAdjust="0"/>
  </p:normalViewPr>
  <p:slideViewPr>
    <p:cSldViewPr snapToGrid="0">
      <p:cViewPr varScale="1">
        <p:scale>
          <a:sx n="92" d="100"/>
          <a:sy n="92" d="100"/>
        </p:scale>
        <p:origin x="10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27E0-DFDB-18FC-93C1-ECBC98502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2F986-EF8F-3DC0-74A9-C7F81E7FA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F42E4-8344-6B9A-0D48-4CED86AF9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4EFC-5D18-4EB3-8927-1A05B09D6869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4A686-CA05-4D2D-D8DC-393CCCE08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BD00A-C91B-B8D5-1952-0E9050F5C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F629-1D5A-4282-8503-E3E4C55536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62370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8EC48-AC3B-F963-5A35-18EA81D33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D17E6-9B0D-7D4C-72EC-CE45E7CE3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7D484-B69B-F69A-DE85-70DFEF22F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4EFC-5D18-4EB3-8927-1A05B09D6869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57555-7CA9-1ABA-3C8D-A9F8080E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8760A-0BAB-F6A8-27EC-ED818566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F629-1D5A-4282-8503-E3E4C55536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05298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13039-D648-DDB3-CE96-B5D20166D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623AA-3F4B-5E1F-872C-9EACC22F2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2E15E-AA2C-9BA3-4DA6-9755CB7F9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4EFC-5D18-4EB3-8927-1A05B09D6869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07EA2-8BC4-2602-9AC0-F9EB267BD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4B6B2-0CCF-59D5-82DE-7CB785D7A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F629-1D5A-4282-8503-E3E4C55536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1078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D9321-B727-178E-6E5C-F990FAAFE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1578E-672F-23D7-DCBF-71BA9D4359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8E37FC-8470-14B4-A188-9020CC0B0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2223C-B274-E37E-C1C3-CA25AC961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4EFC-5D18-4EB3-8927-1A05B09D6869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68E70-7328-A5C2-7BF6-DCC055022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4DF31-1363-3B9D-D0FE-9DCB5CEB3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F629-1D5A-4282-8503-E3E4C55536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2256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4FBD0-5664-9ABA-9B72-483BCA8AF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88BC5-9D7E-821F-5CEF-54914BCB5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8DDD4-F945-C508-4B40-85AD7EC73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33AED1-EE60-EBF4-A892-BFF5B5699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78EFBC-DE09-4A88-4784-861D331F8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1BFBE9-8C2F-86A0-03C0-5E860F1DD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4EFC-5D18-4EB3-8927-1A05B09D6869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9C7710-3739-F76B-4CE1-3D06DD71F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C49FEB-74F3-3653-D014-0BB8A9558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F629-1D5A-4282-8503-E3E4C55536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707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4CB5-DB9F-349A-7615-7CBB5F435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398D9B-31A3-DB3E-3225-376B13661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4EFC-5D18-4EB3-8927-1A05B09D6869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B8800-CF85-5E92-DDC2-08F25CB83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B036E-D9B4-6D3D-E5D5-CE11FFAEB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F629-1D5A-4282-8503-E3E4C55536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86145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724DA7-72CF-4B4C-F537-ECA2E58D4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4EFC-5D18-4EB3-8927-1A05B09D6869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F77B05-61A7-5FDE-3D89-F4B2C955E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C3B13-FF4D-CE56-4873-2DB315C4D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F629-1D5A-4282-8503-E3E4C55536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8547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196AC-ECBC-24D8-524F-D5920958B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701B3-ECC1-6AB6-41F3-42425BD64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B67E3-0BC1-4990-1F16-7FC00A3CA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D2040-7770-D915-C4A5-D66B632D3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4EFC-5D18-4EB3-8927-1A05B09D6869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B1BBB-E33F-0023-46D8-5E1D3D13A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B06F1-C428-F7C3-25CD-F8027D3D1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F629-1D5A-4282-8503-E3E4C55536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63908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766C-65DC-910E-102F-0DD4999B2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61770C-A1C1-BBC8-8673-215618756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129AC-B38D-A64E-26F5-D83171BEDC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60999-9040-6270-A2EF-BA207C621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4EFC-5D18-4EB3-8927-1A05B09D6869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E95CC5-9A4A-76D9-E6A4-39D3DBCF8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36806-0F65-0DFC-DD34-C7B461DE6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F629-1D5A-4282-8503-E3E4C55536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30468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BFB0-D425-67FF-D50C-754B5EE6C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0833C-2CB7-AE3B-66E5-5764174D9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71E8C-FB22-41FB-E880-21ACCAB49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4EFC-5D18-4EB3-8927-1A05B09D6869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86D38-C9C7-3CBD-F367-68B792276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94CAC-F1BD-563B-0A34-D0F3BCE00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F629-1D5A-4282-8503-E3E4C55536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5380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822D62-5F4F-8294-1070-36D3795818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7F2503-895B-81CE-FF57-946459893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008B4-3B82-135D-C76F-6857A5781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4EFC-5D18-4EB3-8927-1A05B09D6869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60A18-BC99-8B14-78AD-346A2BB47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9F405-4E96-FA5A-FC67-7EBE73342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3F629-1D5A-4282-8503-E3E4C55536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10519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032CCB-F57E-6A8D-2558-D9F02B027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626F4-7783-A2D0-EFC6-B2C7D4AD7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6C7E2-5D7C-C6D0-2813-790985A51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A4EFC-5D18-4EB3-8927-1A05B09D6869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664BE-4FCE-3DBE-EC3B-32CDDE5E73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A620D-5DB6-D690-85D3-C9A9AAFF3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3F629-1D5A-4282-8503-E3E4C55536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0367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F26A20-319E-E5A7-949A-99D606B72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134" y="1359592"/>
            <a:ext cx="3043647" cy="379636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l"/>
            <a:r>
              <a:rPr lang="en-SG" sz="2000" dirty="0"/>
              <a:t>ESP8266 Microcontroller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6F416-36E4-60C6-5117-B632FF20F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8557" y="-944139"/>
            <a:ext cx="5512083" cy="6572588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D02CCD41-5370-C5A4-7BE9-49DF65C836D5}"/>
              </a:ext>
            </a:extLst>
          </p:cNvPr>
          <p:cNvSpPr txBox="1">
            <a:spLocks/>
          </p:cNvSpPr>
          <p:nvPr/>
        </p:nvSpPr>
        <p:spPr>
          <a:xfrm>
            <a:off x="5424716" y="4984607"/>
            <a:ext cx="2066126" cy="32895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SG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2596EAF-CA8C-0176-FA56-A9DD648014E7}"/>
              </a:ext>
            </a:extLst>
          </p:cNvPr>
          <p:cNvSpPr txBox="1">
            <a:spLocks/>
          </p:cNvSpPr>
          <p:nvPr/>
        </p:nvSpPr>
        <p:spPr>
          <a:xfrm>
            <a:off x="2574607" y="3110462"/>
            <a:ext cx="1682217" cy="3289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dirty="0"/>
              <a:t>Buzzer/Speaker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8E037EC-D851-737D-51AE-BEC5DE333A7D}"/>
              </a:ext>
            </a:extLst>
          </p:cNvPr>
          <p:cNvSpPr txBox="1">
            <a:spLocks/>
          </p:cNvSpPr>
          <p:nvPr/>
        </p:nvSpPr>
        <p:spPr>
          <a:xfrm>
            <a:off x="672774" y="2120722"/>
            <a:ext cx="1033062" cy="32895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dirty="0"/>
              <a:t>Inputs: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A276167-08FB-CFFF-17E4-1DDB111360D8}"/>
              </a:ext>
            </a:extLst>
          </p:cNvPr>
          <p:cNvSpPr txBox="1">
            <a:spLocks/>
          </p:cNvSpPr>
          <p:nvPr/>
        </p:nvSpPr>
        <p:spPr>
          <a:xfrm>
            <a:off x="3284127" y="590017"/>
            <a:ext cx="5216152" cy="7406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dirty="0"/>
              <a:t>Proposed Project System Architecture 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86E722B-42FF-D9BF-A452-526BE6B3B7F0}"/>
              </a:ext>
            </a:extLst>
          </p:cNvPr>
          <p:cNvSpPr txBox="1">
            <a:spLocks/>
          </p:cNvSpPr>
          <p:nvPr/>
        </p:nvSpPr>
        <p:spPr>
          <a:xfrm>
            <a:off x="2574606" y="2075596"/>
            <a:ext cx="1281175" cy="4845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sz="2000" dirty="0"/>
              <a:t>Outputs: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693E8C0-7C89-1E0D-24D8-954E2802351E}"/>
              </a:ext>
            </a:extLst>
          </p:cNvPr>
          <p:cNvSpPr txBox="1">
            <a:spLocks/>
          </p:cNvSpPr>
          <p:nvPr/>
        </p:nvSpPr>
        <p:spPr>
          <a:xfrm>
            <a:off x="421172" y="2598923"/>
            <a:ext cx="1927392" cy="19821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800" dirty="0"/>
              <a:t>Red Button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800" dirty="0"/>
              <a:t>Green Button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800" dirty="0"/>
              <a:t>Yellow Button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800" dirty="0"/>
              <a:t>Blue Button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800" dirty="0"/>
              <a:t>Reset/Start Button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727CA75-FFEE-DBCF-2510-ED835EBD9A62}"/>
              </a:ext>
            </a:extLst>
          </p:cNvPr>
          <p:cNvSpPr txBox="1">
            <a:spLocks/>
          </p:cNvSpPr>
          <p:nvPr/>
        </p:nvSpPr>
        <p:spPr>
          <a:xfrm>
            <a:off x="2574608" y="2603753"/>
            <a:ext cx="1682217" cy="3289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dirty="0"/>
              <a:t>LCD Display (I2C) 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14B353FD-3C8C-5471-AF1F-0EF1A881E7ED}"/>
              </a:ext>
            </a:extLst>
          </p:cNvPr>
          <p:cNvSpPr txBox="1">
            <a:spLocks/>
          </p:cNvSpPr>
          <p:nvPr/>
        </p:nvSpPr>
        <p:spPr>
          <a:xfrm>
            <a:off x="2574606" y="3587494"/>
            <a:ext cx="1682217" cy="179557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800" dirty="0"/>
              <a:t>LED Lights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800" dirty="0"/>
              <a:t>Red Led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800" dirty="0"/>
              <a:t>Green Led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800" dirty="0"/>
              <a:t>Yellow Led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800" dirty="0"/>
              <a:t>Blue Led</a:t>
            </a:r>
          </a:p>
          <a:p>
            <a:pPr algn="l"/>
            <a:r>
              <a:rPr lang="en-SG" sz="1800" dirty="0"/>
              <a:t>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948998B-F605-360C-915C-B2E3D5CD672E}"/>
              </a:ext>
            </a:extLst>
          </p:cNvPr>
          <p:cNvSpPr txBox="1">
            <a:spLocks/>
          </p:cNvSpPr>
          <p:nvPr/>
        </p:nvSpPr>
        <p:spPr>
          <a:xfrm>
            <a:off x="251259" y="1743491"/>
            <a:ext cx="4320742" cy="497494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SG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CD2100F-4BC2-E507-9FE1-23136990F60D}"/>
              </a:ext>
            </a:extLst>
          </p:cNvPr>
          <p:cNvSpPr txBox="1">
            <a:spLocks/>
          </p:cNvSpPr>
          <p:nvPr/>
        </p:nvSpPr>
        <p:spPr>
          <a:xfrm>
            <a:off x="384350" y="5214842"/>
            <a:ext cx="1964214" cy="138285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800" dirty="0"/>
              <a:t>Game logic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800" dirty="0"/>
              <a:t>Sequence Generator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800" dirty="0"/>
              <a:t>Score tracking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1BEE8AF1-7E94-FED6-99B2-4E63574E2BB0}"/>
              </a:ext>
            </a:extLst>
          </p:cNvPr>
          <p:cNvSpPr txBox="1">
            <a:spLocks/>
          </p:cNvSpPr>
          <p:nvPr/>
        </p:nvSpPr>
        <p:spPr>
          <a:xfrm>
            <a:off x="6275672" y="2601358"/>
            <a:ext cx="4228256" cy="32592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SG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91555FFF-C2D0-A6D1-F544-B110C8CE1C3B}"/>
              </a:ext>
            </a:extLst>
          </p:cNvPr>
          <p:cNvSpPr txBox="1">
            <a:spLocks/>
          </p:cNvSpPr>
          <p:nvPr/>
        </p:nvSpPr>
        <p:spPr>
          <a:xfrm>
            <a:off x="6800758" y="2072949"/>
            <a:ext cx="3110323" cy="52840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sz="2000" dirty="0"/>
              <a:t>HTML Web Server (browser)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A2EC65A5-1A89-98C6-34CB-682C14391D35}"/>
              </a:ext>
            </a:extLst>
          </p:cNvPr>
          <p:cNvSpPr txBox="1">
            <a:spLocks/>
          </p:cNvSpPr>
          <p:nvPr/>
        </p:nvSpPr>
        <p:spPr>
          <a:xfrm>
            <a:off x="6575933" y="3439414"/>
            <a:ext cx="2806820" cy="23205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en-SG" sz="1900" dirty="0"/>
              <a:t>Level/Score</a:t>
            </a:r>
          </a:p>
          <a:p>
            <a:pPr marL="342900" indent="-342900" algn="l">
              <a:buFontTx/>
              <a:buChar char="-"/>
            </a:pPr>
            <a:r>
              <a:rPr lang="en-SG" sz="1900" dirty="0"/>
              <a:t>Settings (difficulty)</a:t>
            </a:r>
          </a:p>
          <a:p>
            <a:pPr marL="342900" indent="-342900" algn="l">
              <a:buFontTx/>
              <a:buChar char="-"/>
            </a:pPr>
            <a:r>
              <a:rPr lang="en-SG" sz="1900" dirty="0"/>
              <a:t>Time Taken</a:t>
            </a:r>
          </a:p>
          <a:p>
            <a:pPr marL="342900" indent="-342900" algn="l">
              <a:buFontTx/>
              <a:buChar char="-"/>
            </a:pPr>
            <a:r>
              <a:rPr lang="en-SG" sz="1900" dirty="0"/>
              <a:t>Sequence used</a:t>
            </a:r>
          </a:p>
          <a:p>
            <a:pPr algn="l"/>
            <a:endParaRPr lang="en-SG" sz="18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469F3C-065A-6A44-6EA7-FAB7FABBB2EF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 flipV="1">
            <a:off x="4572001" y="4230962"/>
            <a:ext cx="17036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ubtitle 2">
            <a:extLst>
              <a:ext uri="{FF2B5EF4-FFF2-40B4-BE49-F238E27FC236}">
                <a16:creationId xmlns:a16="http://schemas.microsoft.com/office/drawing/2014/main" id="{9EB34700-A7E7-2AB8-918C-373CE3646C06}"/>
              </a:ext>
            </a:extLst>
          </p:cNvPr>
          <p:cNvSpPr txBox="1">
            <a:spLocks/>
          </p:cNvSpPr>
          <p:nvPr/>
        </p:nvSpPr>
        <p:spPr>
          <a:xfrm>
            <a:off x="689556" y="4730311"/>
            <a:ext cx="1281175" cy="4845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sz="2000" dirty="0"/>
              <a:t>Code: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26EFDB1E-538B-983D-D1DD-D48C4D2D5862}"/>
              </a:ext>
            </a:extLst>
          </p:cNvPr>
          <p:cNvSpPr txBox="1">
            <a:spLocks/>
          </p:cNvSpPr>
          <p:nvPr/>
        </p:nvSpPr>
        <p:spPr>
          <a:xfrm>
            <a:off x="4770134" y="3782618"/>
            <a:ext cx="2066126" cy="5219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sz="1800" dirty="0"/>
              <a:t>Wi-fi (HTTP REST JSON)</a:t>
            </a:r>
          </a:p>
        </p:txBody>
      </p:sp>
    </p:spTree>
    <p:extLst>
      <p:ext uri="{BB962C8B-B14F-4D97-AF65-F5344CB8AC3E}">
        <p14:creationId xmlns:p14="http://schemas.microsoft.com/office/powerpoint/2010/main" val="3988586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B19D39AE-406A-B16C-7A26-E8FD3D5719AD}"/>
              </a:ext>
            </a:extLst>
          </p:cNvPr>
          <p:cNvSpPr/>
          <p:nvPr/>
        </p:nvSpPr>
        <p:spPr>
          <a:xfrm>
            <a:off x="2442845" y="751840"/>
            <a:ext cx="751840" cy="457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/>
                </a:solidFill>
              </a:rPr>
              <a:t>Start</a:t>
            </a:r>
            <a:endParaRPr lang="en-SG" sz="14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400793-0FC3-84EB-C962-507B01345BE8}"/>
              </a:ext>
            </a:extLst>
          </p:cNvPr>
          <p:cNvSpPr/>
          <p:nvPr/>
        </p:nvSpPr>
        <p:spPr>
          <a:xfrm>
            <a:off x="2407920" y="1412240"/>
            <a:ext cx="821690" cy="3098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/>
                </a:solidFill>
              </a:rPr>
              <a:t>Idle state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5A767F-B0EF-B23B-806B-9D001A20A125}"/>
              </a:ext>
            </a:extLst>
          </p:cNvPr>
          <p:cNvSpPr/>
          <p:nvPr/>
        </p:nvSpPr>
        <p:spPr>
          <a:xfrm>
            <a:off x="1983105" y="1955800"/>
            <a:ext cx="1671320" cy="3098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/>
                </a:solidFill>
              </a:rPr>
              <a:t>Play Sequence State</a:t>
            </a:r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1AE1D960-3BC9-1CB6-EF6E-1913C64CA2BC}"/>
              </a:ext>
            </a:extLst>
          </p:cNvPr>
          <p:cNvSpPr/>
          <p:nvPr/>
        </p:nvSpPr>
        <p:spPr>
          <a:xfrm>
            <a:off x="2067242" y="4109721"/>
            <a:ext cx="1503045" cy="104865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100" dirty="0">
                <a:solidFill>
                  <a:schemeClr val="tx1"/>
                </a:solidFill>
              </a:rPr>
              <a:t>Correct Sequence entered by user?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8AED43-1333-34D5-09E1-BE8FD1CF6453}"/>
              </a:ext>
            </a:extLst>
          </p:cNvPr>
          <p:cNvSpPr/>
          <p:nvPr/>
        </p:nvSpPr>
        <p:spPr>
          <a:xfrm>
            <a:off x="3972493" y="3131820"/>
            <a:ext cx="1334770" cy="4267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/>
                </a:solidFill>
              </a:rPr>
              <a:t>Game over state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D4E675-4FA3-F941-88E9-213FD8E9CEC8}"/>
              </a:ext>
            </a:extLst>
          </p:cNvPr>
          <p:cNvSpPr/>
          <p:nvPr/>
        </p:nvSpPr>
        <p:spPr>
          <a:xfrm>
            <a:off x="3860098" y="2169160"/>
            <a:ext cx="1559560" cy="3911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/>
                </a:solidFill>
              </a:rPr>
              <a:t>Transfers score and data to web server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B6BDD1-609F-1F58-5676-61B294E376CA}"/>
              </a:ext>
            </a:extLst>
          </p:cNvPr>
          <p:cNvSpPr/>
          <p:nvPr/>
        </p:nvSpPr>
        <p:spPr>
          <a:xfrm>
            <a:off x="1983105" y="2438400"/>
            <a:ext cx="1671320" cy="3098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/>
                </a:solidFill>
              </a:rPr>
              <a:t>User Input State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848FC1B-D067-E264-2CE1-CEF8B961E4F0}"/>
              </a:ext>
            </a:extLst>
          </p:cNvPr>
          <p:cNvCxnSpPr>
            <a:stCxn id="11" idx="4"/>
            <a:endCxn id="12" idx="0"/>
          </p:cNvCxnSpPr>
          <p:nvPr/>
        </p:nvCxnSpPr>
        <p:spPr>
          <a:xfrm>
            <a:off x="2818765" y="1209040"/>
            <a:ext cx="0" cy="203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1E1DEF1-FFA2-4293-DBF1-69B216B587BC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2818765" y="1722120"/>
            <a:ext cx="0" cy="233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B7612DB-A4A4-0379-CE5B-263BB78A4F21}"/>
              </a:ext>
            </a:extLst>
          </p:cNvPr>
          <p:cNvCxnSpPr>
            <a:stCxn id="13" idx="2"/>
            <a:endCxn id="20" idx="0"/>
          </p:cNvCxnSpPr>
          <p:nvPr/>
        </p:nvCxnSpPr>
        <p:spPr>
          <a:xfrm>
            <a:off x="2818765" y="2265680"/>
            <a:ext cx="0" cy="172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DEB0646-B891-7745-8DEC-2276C6168ADE}"/>
              </a:ext>
            </a:extLst>
          </p:cNvPr>
          <p:cNvCxnSpPr>
            <a:cxnSpLocks/>
            <a:stCxn id="20" idx="2"/>
            <a:endCxn id="14" idx="0"/>
          </p:cNvCxnSpPr>
          <p:nvPr/>
        </p:nvCxnSpPr>
        <p:spPr>
          <a:xfrm>
            <a:off x="2818765" y="2748280"/>
            <a:ext cx="0" cy="1361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6295066-69ED-4F82-E861-A0C0BD306CE9}"/>
              </a:ext>
            </a:extLst>
          </p:cNvPr>
          <p:cNvSpPr txBox="1"/>
          <p:nvPr/>
        </p:nvSpPr>
        <p:spPr>
          <a:xfrm>
            <a:off x="1840864" y="4130040"/>
            <a:ext cx="6019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Yes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905B5EF-C198-49A5-B3FE-1B1E059C4427}"/>
              </a:ext>
            </a:extLst>
          </p:cNvPr>
          <p:cNvSpPr/>
          <p:nvPr/>
        </p:nvSpPr>
        <p:spPr>
          <a:xfrm>
            <a:off x="1258604" y="3291841"/>
            <a:ext cx="1100455" cy="421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/>
                </a:solidFill>
              </a:rPr>
              <a:t>Sequence increased by 1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A5F80D52-B367-EB50-9A61-46174973B8E0}"/>
              </a:ext>
            </a:extLst>
          </p:cNvPr>
          <p:cNvCxnSpPr>
            <a:cxnSpLocks/>
            <a:stCxn id="40" idx="0"/>
            <a:endCxn id="13" idx="1"/>
          </p:cNvCxnSpPr>
          <p:nvPr/>
        </p:nvCxnSpPr>
        <p:spPr>
          <a:xfrm rot="5400000" flipH="1" flipV="1">
            <a:off x="1305418" y="2614155"/>
            <a:ext cx="1181101" cy="1742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5CAE6BD-0C38-6F4C-E9C7-CD262035A83D}"/>
              </a:ext>
            </a:extLst>
          </p:cNvPr>
          <p:cNvSpPr txBox="1"/>
          <p:nvPr/>
        </p:nvSpPr>
        <p:spPr>
          <a:xfrm>
            <a:off x="3243368" y="4156387"/>
            <a:ext cx="6019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No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5353702-0D80-B42E-2C81-0F5FA94AEA33}"/>
              </a:ext>
            </a:extLst>
          </p:cNvPr>
          <p:cNvCxnSpPr>
            <a:stCxn id="15" idx="0"/>
            <a:endCxn id="16" idx="2"/>
          </p:cNvCxnSpPr>
          <p:nvPr/>
        </p:nvCxnSpPr>
        <p:spPr>
          <a:xfrm flipV="1">
            <a:off x="4639878" y="2560320"/>
            <a:ext cx="0" cy="571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EB0438A5-6A78-FB37-0743-DEBCEE6382CA}"/>
              </a:ext>
            </a:extLst>
          </p:cNvPr>
          <p:cNvCxnSpPr>
            <a:stCxn id="16" idx="0"/>
            <a:endCxn id="12" idx="3"/>
          </p:cNvCxnSpPr>
          <p:nvPr/>
        </p:nvCxnSpPr>
        <p:spPr>
          <a:xfrm rot="16200000" flipV="1">
            <a:off x="3633754" y="1163036"/>
            <a:ext cx="601980" cy="14102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Subtitle 2">
            <a:extLst>
              <a:ext uri="{FF2B5EF4-FFF2-40B4-BE49-F238E27FC236}">
                <a16:creationId xmlns:a16="http://schemas.microsoft.com/office/drawing/2014/main" id="{93652418-1B01-508D-3EF8-C25581ED542E}"/>
              </a:ext>
            </a:extLst>
          </p:cNvPr>
          <p:cNvSpPr txBox="1">
            <a:spLocks/>
          </p:cNvSpPr>
          <p:nvPr/>
        </p:nvSpPr>
        <p:spPr>
          <a:xfrm>
            <a:off x="2056163" y="316231"/>
            <a:ext cx="1410268" cy="3581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sz="1600" dirty="0"/>
              <a:t>State Diagram</a:t>
            </a: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6E495F2F-86A5-D1E2-C0EF-E5B78B9C0FD5}"/>
              </a:ext>
            </a:extLst>
          </p:cNvPr>
          <p:cNvSpPr/>
          <p:nvPr/>
        </p:nvSpPr>
        <p:spPr>
          <a:xfrm>
            <a:off x="3888355" y="4106094"/>
            <a:ext cx="1503045" cy="104865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100" dirty="0">
                <a:solidFill>
                  <a:schemeClr val="tx1"/>
                </a:solidFill>
              </a:rPr>
              <a:t>Is retry count more than 0?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C52A3CA-0849-E35E-C32B-56DB326D0BF2}"/>
              </a:ext>
            </a:extLst>
          </p:cNvPr>
          <p:cNvCxnSpPr>
            <a:cxnSpLocks/>
            <a:stCxn id="14" idx="3"/>
            <a:endCxn id="3" idx="1"/>
          </p:cNvCxnSpPr>
          <p:nvPr/>
        </p:nvCxnSpPr>
        <p:spPr>
          <a:xfrm flipV="1">
            <a:off x="3570287" y="4630420"/>
            <a:ext cx="318068" cy="3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0D9EE39-8EA9-8A51-9936-EA94B393C228}"/>
              </a:ext>
            </a:extLst>
          </p:cNvPr>
          <p:cNvCxnSpPr>
            <a:cxnSpLocks/>
            <a:stCxn id="3" idx="2"/>
            <a:endCxn id="13" idx="1"/>
          </p:cNvCxnSpPr>
          <p:nvPr/>
        </p:nvCxnSpPr>
        <p:spPr>
          <a:xfrm rot="5400000" flipH="1">
            <a:off x="1789489" y="2304357"/>
            <a:ext cx="3044006" cy="2656773"/>
          </a:xfrm>
          <a:prstGeom prst="bentConnector4">
            <a:avLst>
              <a:gd name="adj1" fmla="val -7510"/>
              <a:gd name="adj2" fmla="val 1298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BA605BFC-D309-6E0F-29DE-22CE6E41F025}"/>
              </a:ext>
            </a:extLst>
          </p:cNvPr>
          <p:cNvCxnSpPr>
            <a:stCxn id="14" idx="1"/>
            <a:endCxn id="40" idx="2"/>
          </p:cNvCxnSpPr>
          <p:nvPr/>
        </p:nvCxnSpPr>
        <p:spPr>
          <a:xfrm rot="10800000">
            <a:off x="1808832" y="3713481"/>
            <a:ext cx="258410" cy="9205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069463C-475A-1A8A-51CC-23AAD4BF60B1}"/>
              </a:ext>
            </a:extLst>
          </p:cNvPr>
          <p:cNvCxnSpPr>
            <a:stCxn id="3" idx="0"/>
            <a:endCxn id="15" idx="2"/>
          </p:cNvCxnSpPr>
          <p:nvPr/>
        </p:nvCxnSpPr>
        <p:spPr>
          <a:xfrm flipV="1">
            <a:off x="4639878" y="3558540"/>
            <a:ext cx="0" cy="547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E60C9CF-FA84-3350-DAC0-07647C1037F5}"/>
              </a:ext>
            </a:extLst>
          </p:cNvPr>
          <p:cNvSpPr txBox="1"/>
          <p:nvPr/>
        </p:nvSpPr>
        <p:spPr>
          <a:xfrm>
            <a:off x="4743435" y="5057140"/>
            <a:ext cx="6019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Yes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1464D6-9C25-13E5-F1DE-18C6DBC4850A}"/>
              </a:ext>
            </a:extLst>
          </p:cNvPr>
          <p:cNvSpPr txBox="1"/>
          <p:nvPr/>
        </p:nvSpPr>
        <p:spPr>
          <a:xfrm>
            <a:off x="4664995" y="3866941"/>
            <a:ext cx="6019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872040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937A52D2-37A2-70EC-0445-02EE164839D3}"/>
              </a:ext>
            </a:extLst>
          </p:cNvPr>
          <p:cNvSpPr txBox="1">
            <a:spLocks/>
          </p:cNvSpPr>
          <p:nvPr/>
        </p:nvSpPr>
        <p:spPr>
          <a:xfrm>
            <a:off x="139574" y="1625896"/>
            <a:ext cx="3853072" cy="3479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SG" sz="1600" dirty="0"/>
              <a:t>Device layer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2F932BA-5F5D-D569-591D-CEDB69EA43B2}"/>
              </a:ext>
            </a:extLst>
          </p:cNvPr>
          <p:cNvSpPr txBox="1">
            <a:spLocks/>
          </p:cNvSpPr>
          <p:nvPr/>
        </p:nvSpPr>
        <p:spPr>
          <a:xfrm>
            <a:off x="139575" y="1973836"/>
            <a:ext cx="3853072" cy="455958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SG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66DDF14-698F-79AC-19CB-01A6967E10C1}"/>
              </a:ext>
            </a:extLst>
          </p:cNvPr>
          <p:cNvSpPr txBox="1">
            <a:spLocks/>
          </p:cNvSpPr>
          <p:nvPr/>
        </p:nvSpPr>
        <p:spPr>
          <a:xfrm>
            <a:off x="139575" y="2111228"/>
            <a:ext cx="1033062" cy="328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sz="1400" dirty="0"/>
              <a:t>Inputs:</a:t>
            </a:r>
            <a:endParaRPr lang="en-SG" sz="2000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2041F6A-6100-1638-3343-643F16497D23}"/>
              </a:ext>
            </a:extLst>
          </p:cNvPr>
          <p:cNvSpPr txBox="1">
            <a:spLocks/>
          </p:cNvSpPr>
          <p:nvPr/>
        </p:nvSpPr>
        <p:spPr>
          <a:xfrm>
            <a:off x="217566" y="2449674"/>
            <a:ext cx="1658913" cy="13797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200" dirty="0"/>
              <a:t>Red Button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200" dirty="0"/>
              <a:t>Green Button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200" dirty="0"/>
              <a:t>Yellow Button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200" dirty="0"/>
              <a:t>Blue Button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200" dirty="0"/>
              <a:t>Reset/Start Button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621BF40-4D65-C008-2AE5-913A7DA95D4D}"/>
              </a:ext>
            </a:extLst>
          </p:cNvPr>
          <p:cNvSpPr txBox="1">
            <a:spLocks/>
          </p:cNvSpPr>
          <p:nvPr/>
        </p:nvSpPr>
        <p:spPr>
          <a:xfrm>
            <a:off x="190530" y="4253629"/>
            <a:ext cx="1491687" cy="13797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200" dirty="0"/>
              <a:t>Game logic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200" dirty="0"/>
              <a:t>Sequence Generator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200" dirty="0"/>
              <a:t>Score tracking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200" dirty="0"/>
              <a:t>Retry tracking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7C96FCE-AEC9-DD7B-1D27-9B85D9A14D5D}"/>
              </a:ext>
            </a:extLst>
          </p:cNvPr>
          <p:cNvSpPr txBox="1">
            <a:spLocks/>
          </p:cNvSpPr>
          <p:nvPr/>
        </p:nvSpPr>
        <p:spPr>
          <a:xfrm>
            <a:off x="216384" y="3916906"/>
            <a:ext cx="1281175" cy="4845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sz="1400" dirty="0"/>
              <a:t>Code: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A86F2D4-40A8-2A74-9A6C-26F6E0174BC6}"/>
              </a:ext>
            </a:extLst>
          </p:cNvPr>
          <p:cNvSpPr txBox="1">
            <a:spLocks/>
          </p:cNvSpPr>
          <p:nvPr/>
        </p:nvSpPr>
        <p:spPr>
          <a:xfrm>
            <a:off x="2152624" y="2437142"/>
            <a:ext cx="1682217" cy="20790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200" dirty="0"/>
              <a:t>LCD Display (</a:t>
            </a:r>
            <a:r>
              <a:rPr lang="en-SG" sz="1200" dirty="0" err="1"/>
              <a:t>I2C</a:t>
            </a:r>
            <a:r>
              <a:rPr lang="en-SG" sz="1200" dirty="0"/>
              <a:t>)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200" dirty="0"/>
              <a:t>Buzzer/Speaker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200" dirty="0"/>
              <a:t>LED Lights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200" dirty="0"/>
              <a:t>Red Led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200" dirty="0"/>
              <a:t>Green Led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200" dirty="0"/>
              <a:t>Yellow Led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200" dirty="0"/>
              <a:t>Blue Led</a:t>
            </a:r>
          </a:p>
          <a:p>
            <a:pPr algn="l"/>
            <a:r>
              <a:rPr lang="en-SG" sz="1200" dirty="0"/>
              <a:t> 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1B82002-4276-0761-77CC-786DB8963F84}"/>
              </a:ext>
            </a:extLst>
          </p:cNvPr>
          <p:cNvSpPr txBox="1">
            <a:spLocks/>
          </p:cNvSpPr>
          <p:nvPr/>
        </p:nvSpPr>
        <p:spPr>
          <a:xfrm>
            <a:off x="2152624" y="2111228"/>
            <a:ext cx="1033062" cy="328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sz="1400" dirty="0"/>
              <a:t>Outputs:</a:t>
            </a:r>
            <a:endParaRPr lang="en-SG" sz="2000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879B97A-E07A-CD1A-D673-D85EF722C400}"/>
              </a:ext>
            </a:extLst>
          </p:cNvPr>
          <p:cNvSpPr txBox="1">
            <a:spLocks/>
          </p:cNvSpPr>
          <p:nvPr/>
        </p:nvSpPr>
        <p:spPr>
          <a:xfrm>
            <a:off x="2152623" y="4926511"/>
            <a:ext cx="1682217" cy="1281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200" dirty="0"/>
              <a:t>Arduino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200" dirty="0"/>
              <a:t>Node Red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200" dirty="0" err="1"/>
              <a:t>Painlessmesh</a:t>
            </a:r>
            <a:endParaRPr lang="en-SG" sz="12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200" dirty="0"/>
              <a:t>Over the air (OTA) updates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SG" sz="1200" dirty="0"/>
          </a:p>
          <a:p>
            <a:pPr algn="l"/>
            <a:r>
              <a:rPr lang="en-SG" sz="1200" dirty="0"/>
              <a:t> 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BB2BE98-D972-3D4D-F576-33AA341B2E01}"/>
              </a:ext>
            </a:extLst>
          </p:cNvPr>
          <p:cNvSpPr txBox="1">
            <a:spLocks/>
          </p:cNvSpPr>
          <p:nvPr/>
        </p:nvSpPr>
        <p:spPr>
          <a:xfrm>
            <a:off x="2149788" y="4580435"/>
            <a:ext cx="1281175" cy="4845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sz="1400" dirty="0"/>
              <a:t>Firmware: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DB41C29-A694-8037-0794-F76EFF8AD78D}"/>
              </a:ext>
            </a:extLst>
          </p:cNvPr>
          <p:cNvSpPr txBox="1">
            <a:spLocks/>
          </p:cNvSpPr>
          <p:nvPr/>
        </p:nvSpPr>
        <p:spPr>
          <a:xfrm>
            <a:off x="3979832" y="3691227"/>
            <a:ext cx="2066126" cy="52197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800" dirty="0"/>
              <a:t>Wi-fi </a:t>
            </a:r>
          </a:p>
          <a:p>
            <a:r>
              <a:rPr lang="en-SG" sz="1800" dirty="0"/>
              <a:t>(HTTP REST JSON)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F8585D32-7224-6218-971D-8FD9C4D8EB02}"/>
              </a:ext>
            </a:extLst>
          </p:cNvPr>
          <p:cNvSpPr txBox="1">
            <a:spLocks/>
          </p:cNvSpPr>
          <p:nvPr/>
        </p:nvSpPr>
        <p:spPr>
          <a:xfrm>
            <a:off x="6096000" y="1973836"/>
            <a:ext cx="3173643" cy="455958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SG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52F86E3D-23F2-683F-10C1-B9108E22A008}"/>
              </a:ext>
            </a:extLst>
          </p:cNvPr>
          <p:cNvSpPr txBox="1">
            <a:spLocks/>
          </p:cNvSpPr>
          <p:nvPr/>
        </p:nvSpPr>
        <p:spPr>
          <a:xfrm>
            <a:off x="6270942" y="2133593"/>
            <a:ext cx="2796277" cy="17708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sz="1200" dirty="0"/>
              <a:t>HTML Web Server (browser)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B80343D7-F370-A0B0-2158-75888BA49B19}"/>
              </a:ext>
            </a:extLst>
          </p:cNvPr>
          <p:cNvSpPr txBox="1">
            <a:spLocks/>
          </p:cNvSpPr>
          <p:nvPr/>
        </p:nvSpPr>
        <p:spPr>
          <a:xfrm>
            <a:off x="6284682" y="4196118"/>
            <a:ext cx="2796277" cy="197475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sz="1400" dirty="0"/>
              <a:t>Node Red Dashboard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CA779F21-A3E0-1BE8-0ADF-807F04479AA0}"/>
              </a:ext>
            </a:extLst>
          </p:cNvPr>
          <p:cNvSpPr txBox="1">
            <a:spLocks/>
          </p:cNvSpPr>
          <p:nvPr/>
        </p:nvSpPr>
        <p:spPr>
          <a:xfrm>
            <a:off x="6270942" y="2594237"/>
            <a:ext cx="1953814" cy="219398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en-SG" sz="1200" dirty="0"/>
              <a:t>Level/Score</a:t>
            </a:r>
          </a:p>
          <a:p>
            <a:pPr marL="342900" indent="-342900" algn="l">
              <a:buFontTx/>
              <a:buChar char="-"/>
            </a:pPr>
            <a:r>
              <a:rPr lang="en-SG" sz="1200" dirty="0"/>
              <a:t>Settings (difficulty)</a:t>
            </a:r>
          </a:p>
          <a:p>
            <a:pPr marL="342900" indent="-342900" algn="l">
              <a:buFontTx/>
              <a:buChar char="-"/>
            </a:pPr>
            <a:r>
              <a:rPr lang="en-SG" sz="1200" dirty="0"/>
              <a:t>Time Taken</a:t>
            </a:r>
          </a:p>
          <a:p>
            <a:pPr marL="342900" indent="-342900" algn="l">
              <a:buFontTx/>
              <a:buChar char="-"/>
            </a:pPr>
            <a:r>
              <a:rPr lang="en-SG" sz="1200" dirty="0"/>
              <a:t>Sequence used</a:t>
            </a:r>
          </a:p>
          <a:p>
            <a:pPr algn="l"/>
            <a:endParaRPr lang="en-SG" sz="1100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65A90EA9-7E34-F1E1-CB13-963939FB65E3}"/>
              </a:ext>
            </a:extLst>
          </p:cNvPr>
          <p:cNvSpPr txBox="1">
            <a:spLocks/>
          </p:cNvSpPr>
          <p:nvPr/>
        </p:nvSpPr>
        <p:spPr>
          <a:xfrm>
            <a:off x="6364772" y="4764208"/>
            <a:ext cx="1953814" cy="127367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en-SG" sz="1200" dirty="0"/>
              <a:t>Level/Score</a:t>
            </a:r>
          </a:p>
          <a:p>
            <a:pPr marL="342900" indent="-342900" algn="l">
              <a:buFontTx/>
              <a:buChar char="-"/>
            </a:pPr>
            <a:r>
              <a:rPr lang="en-SG" sz="1200" dirty="0"/>
              <a:t>Settings (difficulty)</a:t>
            </a:r>
          </a:p>
          <a:p>
            <a:pPr marL="342900" indent="-342900" algn="l">
              <a:buFontTx/>
              <a:buChar char="-"/>
            </a:pPr>
            <a:r>
              <a:rPr lang="en-SG" sz="1200" dirty="0"/>
              <a:t>Time Taken</a:t>
            </a:r>
          </a:p>
          <a:p>
            <a:pPr marL="342900" indent="-342900" algn="l">
              <a:buFontTx/>
              <a:buChar char="-"/>
            </a:pPr>
            <a:r>
              <a:rPr lang="en-SG" sz="1200" dirty="0"/>
              <a:t>Sequence used</a:t>
            </a:r>
          </a:p>
          <a:p>
            <a:pPr algn="l"/>
            <a:endParaRPr lang="en-SG" sz="11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9F44B84-017D-FE01-9119-0050696557A0}"/>
              </a:ext>
            </a:extLst>
          </p:cNvPr>
          <p:cNvCxnSpPr>
            <a:stCxn id="5" idx="3"/>
            <a:endCxn id="19" idx="1"/>
          </p:cNvCxnSpPr>
          <p:nvPr/>
        </p:nvCxnSpPr>
        <p:spPr>
          <a:xfrm>
            <a:off x="3992647" y="4253630"/>
            <a:ext cx="21033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ubtitle 2">
            <a:extLst>
              <a:ext uri="{FF2B5EF4-FFF2-40B4-BE49-F238E27FC236}">
                <a16:creationId xmlns:a16="http://schemas.microsoft.com/office/drawing/2014/main" id="{537771D5-1F42-113B-C3A8-E6D08FD98EFE}"/>
              </a:ext>
            </a:extLst>
          </p:cNvPr>
          <p:cNvSpPr txBox="1">
            <a:spLocks/>
          </p:cNvSpPr>
          <p:nvPr/>
        </p:nvSpPr>
        <p:spPr>
          <a:xfrm>
            <a:off x="6096000" y="1625896"/>
            <a:ext cx="3173643" cy="3479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SG" sz="1600" dirty="0"/>
              <a:t>Application Layer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5ED4B21E-0895-39D7-1536-1A30A3602F0F}"/>
              </a:ext>
            </a:extLst>
          </p:cNvPr>
          <p:cNvSpPr txBox="1">
            <a:spLocks/>
          </p:cNvSpPr>
          <p:nvPr/>
        </p:nvSpPr>
        <p:spPr>
          <a:xfrm>
            <a:off x="3992645" y="1623562"/>
            <a:ext cx="2103355" cy="3479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SG" sz="1600" dirty="0"/>
              <a:t>Network layer</a:t>
            </a: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30FEED02-5F29-E97F-EAAE-0806D796698D}"/>
              </a:ext>
            </a:extLst>
          </p:cNvPr>
          <p:cNvSpPr txBox="1">
            <a:spLocks/>
          </p:cNvSpPr>
          <p:nvPr/>
        </p:nvSpPr>
        <p:spPr>
          <a:xfrm>
            <a:off x="139574" y="1054483"/>
            <a:ext cx="9130069" cy="5678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SG" sz="3600" b="1" dirty="0"/>
              <a:t>System Architecture Diagram</a:t>
            </a:r>
          </a:p>
        </p:txBody>
      </p:sp>
    </p:spTree>
    <p:extLst>
      <p:ext uri="{BB962C8B-B14F-4D97-AF65-F5344CB8AC3E}">
        <p14:creationId xmlns:p14="http://schemas.microsoft.com/office/powerpoint/2010/main" val="1408160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52BDA7-4393-6E92-94E7-A2D1B255D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043" y="2197036"/>
            <a:ext cx="7067913" cy="24639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CC5F3D1-B27F-7286-D8E3-70602D324A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093" y="2429167"/>
            <a:ext cx="6133474" cy="227387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89A6C2F-DE29-5310-29F1-AD3EA178C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9436" y="2100953"/>
            <a:ext cx="1985156" cy="91476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D447936-1A07-B0D5-00BD-03D241EBB1EC}"/>
              </a:ext>
            </a:extLst>
          </p:cNvPr>
          <p:cNvCxnSpPr>
            <a:cxnSpLocks/>
          </p:cNvCxnSpPr>
          <p:nvPr/>
        </p:nvCxnSpPr>
        <p:spPr>
          <a:xfrm flipH="1">
            <a:off x="8694806" y="4004204"/>
            <a:ext cx="201043" cy="29845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D76D8DB-58CD-8C7E-D904-9A2ACF25BEA2}"/>
              </a:ext>
            </a:extLst>
          </p:cNvPr>
          <p:cNvCxnSpPr>
            <a:cxnSpLocks/>
          </p:cNvCxnSpPr>
          <p:nvPr/>
        </p:nvCxnSpPr>
        <p:spPr>
          <a:xfrm flipV="1">
            <a:off x="8792754" y="2351617"/>
            <a:ext cx="844722" cy="206163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F80D959-03C3-954A-E6CF-87B0C40924AE}"/>
              </a:ext>
            </a:extLst>
          </p:cNvPr>
          <p:cNvCxnSpPr>
            <a:cxnSpLocks/>
          </p:cNvCxnSpPr>
          <p:nvPr/>
        </p:nvCxnSpPr>
        <p:spPr>
          <a:xfrm flipH="1">
            <a:off x="8895849" y="2309540"/>
            <a:ext cx="734107" cy="653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288DCC4-F2DB-2621-9B4D-ED10E276593F}"/>
              </a:ext>
            </a:extLst>
          </p:cNvPr>
          <p:cNvCxnSpPr>
            <a:cxnSpLocks/>
          </p:cNvCxnSpPr>
          <p:nvPr/>
        </p:nvCxnSpPr>
        <p:spPr>
          <a:xfrm>
            <a:off x="8600066" y="4004204"/>
            <a:ext cx="94740" cy="40269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AA543D33-C7F0-56F1-B849-3416F4CA31E9}"/>
              </a:ext>
            </a:extLst>
          </p:cNvPr>
          <p:cNvCxnSpPr>
            <a:cxnSpLocks/>
          </p:cNvCxnSpPr>
          <p:nvPr/>
        </p:nvCxnSpPr>
        <p:spPr>
          <a:xfrm flipV="1">
            <a:off x="7740650" y="2465917"/>
            <a:ext cx="1913467" cy="494911"/>
          </a:xfrm>
          <a:prstGeom prst="curvedConnector3">
            <a:avLst>
              <a:gd name="adj1" fmla="val 11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32A55884-6D96-7540-87CA-B3C5B0F0DAA2}"/>
              </a:ext>
            </a:extLst>
          </p:cNvPr>
          <p:cNvCxnSpPr>
            <a:cxnSpLocks/>
          </p:cNvCxnSpPr>
          <p:nvPr/>
        </p:nvCxnSpPr>
        <p:spPr>
          <a:xfrm flipV="1">
            <a:off x="7839196" y="2408767"/>
            <a:ext cx="1798280" cy="561088"/>
          </a:xfrm>
          <a:prstGeom prst="curvedConnector3">
            <a:avLst>
              <a:gd name="adj1" fmla="val 211"/>
            </a:avLst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073540E7-BAC6-CCD9-18D0-CE11CF76A679}"/>
              </a:ext>
            </a:extLst>
          </p:cNvPr>
          <p:cNvSpPr/>
          <p:nvPr/>
        </p:nvSpPr>
        <p:spPr>
          <a:xfrm>
            <a:off x="10829238" y="3957372"/>
            <a:ext cx="696303" cy="392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123E7A9-A1FA-478A-269D-2B1EE39D797B}"/>
              </a:ext>
            </a:extLst>
          </p:cNvPr>
          <p:cNvSpPr txBox="1"/>
          <p:nvPr/>
        </p:nvSpPr>
        <p:spPr>
          <a:xfrm>
            <a:off x="10144760" y="3464560"/>
            <a:ext cx="103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Board 1</a:t>
            </a:r>
          </a:p>
        </p:txBody>
      </p:sp>
    </p:spTree>
    <p:extLst>
      <p:ext uri="{BB962C8B-B14F-4D97-AF65-F5344CB8AC3E}">
        <p14:creationId xmlns:p14="http://schemas.microsoft.com/office/powerpoint/2010/main" val="2613890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2F8D7A-F275-73E4-53D2-5EAF94CFB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456" y="2484222"/>
            <a:ext cx="6889443" cy="22829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CD8C22-42D9-CA03-6D14-52207490F9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389" y="2202559"/>
            <a:ext cx="7605748" cy="27807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BAD3E9-7EC0-A46E-1A45-C342A21554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558" y="2520649"/>
            <a:ext cx="6413928" cy="23778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273210-35A3-DCF8-981C-9104CC4A5C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6200" y="3223744"/>
            <a:ext cx="734166" cy="6910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DB4A26-1B27-4B05-26A0-2F4236DA3C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966" y="3239619"/>
            <a:ext cx="680089" cy="7386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38584E-124E-E920-C0B4-453E441D2E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985" y="3239619"/>
            <a:ext cx="680089" cy="7386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8BF49E-9ED2-239E-1576-47B95DF043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742" y="3239619"/>
            <a:ext cx="680089" cy="7386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2EFBD3-F4E5-799B-5E63-B8E561F91C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112" y="3239619"/>
            <a:ext cx="680089" cy="7386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4C01ED-5D98-AF9F-B134-781443EA2E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515" y="3239619"/>
            <a:ext cx="680089" cy="738656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31CFF0E-A5E1-CB1E-9D95-633D8FD230D9}"/>
              </a:ext>
            </a:extLst>
          </p:cNvPr>
          <p:cNvSpPr/>
          <p:nvPr/>
        </p:nvSpPr>
        <p:spPr>
          <a:xfrm>
            <a:off x="4076700" y="3513138"/>
            <a:ext cx="200648" cy="206375"/>
          </a:xfrm>
          <a:prstGeom prst="roundRect">
            <a:avLst/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13678FE-BF9A-A169-4E87-AC5052B146DD}"/>
              </a:ext>
            </a:extLst>
          </p:cNvPr>
          <p:cNvSpPr/>
          <p:nvPr/>
        </p:nvSpPr>
        <p:spPr>
          <a:xfrm>
            <a:off x="4663719" y="3513137"/>
            <a:ext cx="200648" cy="206375"/>
          </a:xfrm>
          <a:prstGeom prst="round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813A359-FEFF-79FE-6DF5-79CD36D02669}"/>
              </a:ext>
            </a:extLst>
          </p:cNvPr>
          <p:cNvSpPr/>
          <p:nvPr/>
        </p:nvSpPr>
        <p:spPr>
          <a:xfrm>
            <a:off x="5363065" y="3503197"/>
            <a:ext cx="200648" cy="206375"/>
          </a:xfrm>
          <a:prstGeom prst="roundRect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2009BD9-9E3F-F98C-4D9D-41B7479D3654}"/>
              </a:ext>
            </a:extLst>
          </p:cNvPr>
          <p:cNvSpPr/>
          <p:nvPr/>
        </p:nvSpPr>
        <p:spPr>
          <a:xfrm>
            <a:off x="5950084" y="3503196"/>
            <a:ext cx="200648" cy="206375"/>
          </a:xfrm>
          <a:prstGeom prst="roundRect">
            <a:avLst/>
          </a:prstGeom>
          <a:solidFill>
            <a:srgbClr val="00B05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3106B43-BCE8-61A5-53A5-DF7C4AA5C79E}"/>
              </a:ext>
            </a:extLst>
          </p:cNvPr>
          <p:cNvCxnSpPr>
            <a:cxnSpLocks/>
          </p:cNvCxnSpPr>
          <p:nvPr/>
        </p:nvCxnSpPr>
        <p:spPr>
          <a:xfrm flipH="1">
            <a:off x="7828532" y="4152900"/>
            <a:ext cx="201043" cy="29845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DE52B7-DFBE-AE55-73CD-7E97A5FCB870}"/>
              </a:ext>
            </a:extLst>
          </p:cNvPr>
          <p:cNvCxnSpPr>
            <a:cxnSpLocks/>
          </p:cNvCxnSpPr>
          <p:nvPr/>
        </p:nvCxnSpPr>
        <p:spPr>
          <a:xfrm>
            <a:off x="7729538" y="4152900"/>
            <a:ext cx="98994" cy="40322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158D8AE7-B6EE-799C-3FCB-0C1D79F37E34}"/>
              </a:ext>
            </a:extLst>
          </p:cNvPr>
          <p:cNvSpPr/>
          <p:nvPr/>
        </p:nvSpPr>
        <p:spPr>
          <a:xfrm>
            <a:off x="10124939" y="4005949"/>
            <a:ext cx="696303" cy="392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286953-55F6-AF97-4D51-523D302DBA2B}"/>
              </a:ext>
            </a:extLst>
          </p:cNvPr>
          <p:cNvSpPr txBox="1"/>
          <p:nvPr/>
        </p:nvSpPr>
        <p:spPr>
          <a:xfrm>
            <a:off x="9440461" y="3513137"/>
            <a:ext cx="103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Board 2</a:t>
            </a:r>
            <a:endParaRPr lang="en-SG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E49ACBE-3972-51C4-C203-055B30345E0F}"/>
              </a:ext>
            </a:extLst>
          </p:cNvPr>
          <p:cNvSpPr/>
          <p:nvPr/>
        </p:nvSpPr>
        <p:spPr>
          <a:xfrm>
            <a:off x="3575050" y="2467906"/>
            <a:ext cx="3873499" cy="1491319"/>
          </a:xfrm>
          <a:custGeom>
            <a:avLst/>
            <a:gdLst>
              <a:gd name="csX0" fmla="*/ 3886200 w 3886200"/>
              <a:gd name="csY0" fmla="*/ 605494 h 1491319"/>
              <a:gd name="csX1" fmla="*/ 1682750 w 3886200"/>
              <a:gd name="csY1" fmla="*/ 33994 h 1491319"/>
              <a:gd name="csX2" fmla="*/ 0 w 3886200"/>
              <a:gd name="csY2" fmla="*/ 1491319 h 14913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886200" h="1491319">
                <a:moveTo>
                  <a:pt x="3886200" y="605494"/>
                </a:moveTo>
                <a:cubicBezTo>
                  <a:pt x="3108325" y="245925"/>
                  <a:pt x="2330450" y="-113643"/>
                  <a:pt x="1682750" y="33994"/>
                </a:cubicBezTo>
                <a:cubicBezTo>
                  <a:pt x="1035050" y="181631"/>
                  <a:pt x="187325" y="1268540"/>
                  <a:pt x="0" y="1491319"/>
                </a:cubicBezTo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9A63AEC-BC6B-63B7-DCD5-2886D0FE3FB8}"/>
              </a:ext>
            </a:extLst>
          </p:cNvPr>
          <p:cNvCxnSpPr>
            <a:cxnSpLocks/>
          </p:cNvCxnSpPr>
          <p:nvPr/>
        </p:nvCxnSpPr>
        <p:spPr>
          <a:xfrm>
            <a:off x="3286125" y="3959225"/>
            <a:ext cx="0" cy="492125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A76805B-29F0-68F2-102A-0BC0331F6441}"/>
              </a:ext>
            </a:extLst>
          </p:cNvPr>
          <p:cNvSpPr/>
          <p:nvPr/>
        </p:nvSpPr>
        <p:spPr>
          <a:xfrm>
            <a:off x="2489200" y="2303764"/>
            <a:ext cx="4248150" cy="1061736"/>
          </a:xfrm>
          <a:custGeom>
            <a:avLst/>
            <a:gdLst>
              <a:gd name="csX0" fmla="*/ 4248150 w 4248150"/>
              <a:gd name="csY0" fmla="*/ 753761 h 1061736"/>
              <a:gd name="csX1" fmla="*/ 1279525 w 4248150"/>
              <a:gd name="csY1" fmla="*/ 4461 h 1061736"/>
              <a:gd name="csX2" fmla="*/ 0 w 4248150"/>
              <a:gd name="csY2" fmla="*/ 1061736 h 10617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248150" h="1061736">
                <a:moveTo>
                  <a:pt x="4248150" y="753761"/>
                </a:moveTo>
                <a:cubicBezTo>
                  <a:pt x="3117850" y="353446"/>
                  <a:pt x="1987550" y="-46868"/>
                  <a:pt x="1279525" y="4461"/>
                </a:cubicBezTo>
                <a:cubicBezTo>
                  <a:pt x="571500" y="55790"/>
                  <a:pt x="51858" y="924682"/>
                  <a:pt x="0" y="1061736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FBE8107-979B-7AF7-4F9A-3C1ECD2B9152}"/>
              </a:ext>
            </a:extLst>
          </p:cNvPr>
          <p:cNvCxnSpPr>
            <a:cxnSpLocks/>
          </p:cNvCxnSpPr>
          <p:nvPr/>
        </p:nvCxnSpPr>
        <p:spPr>
          <a:xfrm>
            <a:off x="2298700" y="3854450"/>
            <a:ext cx="0" cy="59690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0BEAE51-3B48-E2F4-17D6-040314F24DDF}"/>
              </a:ext>
            </a:extLst>
          </p:cNvPr>
          <p:cNvSpPr/>
          <p:nvPr/>
        </p:nvSpPr>
        <p:spPr>
          <a:xfrm>
            <a:off x="4273550" y="2313653"/>
            <a:ext cx="2566988" cy="1055022"/>
          </a:xfrm>
          <a:custGeom>
            <a:avLst/>
            <a:gdLst>
              <a:gd name="csX0" fmla="*/ 2559050 w 2559050"/>
              <a:gd name="csY0" fmla="*/ 759747 h 1055022"/>
              <a:gd name="csX1" fmla="*/ 1222375 w 2559050"/>
              <a:gd name="csY1" fmla="*/ 4097 h 1055022"/>
              <a:gd name="csX2" fmla="*/ 0 w 2559050"/>
              <a:gd name="csY2" fmla="*/ 1055022 h 1055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559050" h="1055022">
                <a:moveTo>
                  <a:pt x="2559050" y="759747"/>
                </a:moveTo>
                <a:cubicBezTo>
                  <a:pt x="2103966" y="357316"/>
                  <a:pt x="1648883" y="-45115"/>
                  <a:pt x="1222375" y="4097"/>
                </a:cubicBezTo>
                <a:cubicBezTo>
                  <a:pt x="795867" y="53309"/>
                  <a:pt x="11642" y="938076"/>
                  <a:pt x="0" y="1055022"/>
                </a:cubicBezTo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13CEBF3-1B77-0747-2910-4F17625D8AC9}"/>
              </a:ext>
            </a:extLst>
          </p:cNvPr>
          <p:cNvSpPr/>
          <p:nvPr/>
        </p:nvSpPr>
        <p:spPr>
          <a:xfrm>
            <a:off x="4854575" y="2531006"/>
            <a:ext cx="2085975" cy="840844"/>
          </a:xfrm>
          <a:custGeom>
            <a:avLst/>
            <a:gdLst>
              <a:gd name="csX0" fmla="*/ 2085975 w 2085975"/>
              <a:gd name="csY0" fmla="*/ 536044 h 840844"/>
              <a:gd name="csX1" fmla="*/ 584200 w 2085975"/>
              <a:gd name="csY1" fmla="*/ 5819 h 840844"/>
              <a:gd name="csX2" fmla="*/ 0 w 2085975"/>
              <a:gd name="csY2" fmla="*/ 840844 h 8408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085975" h="840844">
                <a:moveTo>
                  <a:pt x="2085975" y="536044"/>
                </a:moveTo>
                <a:cubicBezTo>
                  <a:pt x="1508918" y="245531"/>
                  <a:pt x="931862" y="-44981"/>
                  <a:pt x="584200" y="5819"/>
                </a:cubicBezTo>
                <a:cubicBezTo>
                  <a:pt x="236537" y="56619"/>
                  <a:pt x="60325" y="706436"/>
                  <a:pt x="0" y="840844"/>
                </a:cubicBezTo>
              </a:path>
            </a:pathLst>
          </a:cu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BA84D6B6-90BA-3885-47C0-5F80916A196F}"/>
              </a:ext>
            </a:extLst>
          </p:cNvPr>
          <p:cNvSpPr/>
          <p:nvPr/>
        </p:nvSpPr>
        <p:spPr>
          <a:xfrm>
            <a:off x="5547001" y="2653669"/>
            <a:ext cx="1491974" cy="718181"/>
          </a:xfrm>
          <a:custGeom>
            <a:avLst/>
            <a:gdLst>
              <a:gd name="csX0" fmla="*/ 1491974 w 1491974"/>
              <a:gd name="csY0" fmla="*/ 416556 h 718181"/>
              <a:gd name="csX1" fmla="*/ 247374 w 1491974"/>
              <a:gd name="csY1" fmla="*/ 6981 h 718181"/>
              <a:gd name="csX2" fmla="*/ 12424 w 1491974"/>
              <a:gd name="csY2" fmla="*/ 718181 h 7181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91974" h="718181">
                <a:moveTo>
                  <a:pt x="1491974" y="416556"/>
                </a:moveTo>
                <a:cubicBezTo>
                  <a:pt x="992970" y="186633"/>
                  <a:pt x="493966" y="-43290"/>
                  <a:pt x="247374" y="6981"/>
                </a:cubicBezTo>
                <a:cubicBezTo>
                  <a:pt x="782" y="57252"/>
                  <a:pt x="-21443" y="627164"/>
                  <a:pt x="12424" y="718181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6FA19AD-16FC-5F5C-900E-E8A4E490408E}"/>
              </a:ext>
            </a:extLst>
          </p:cNvPr>
          <p:cNvSpPr/>
          <p:nvPr/>
        </p:nvSpPr>
        <p:spPr>
          <a:xfrm>
            <a:off x="6147569" y="2706728"/>
            <a:ext cx="996181" cy="658772"/>
          </a:xfrm>
          <a:custGeom>
            <a:avLst/>
            <a:gdLst>
              <a:gd name="csX0" fmla="*/ 5581 w 996181"/>
              <a:gd name="csY0" fmla="*/ 658772 h 658772"/>
              <a:gd name="csX1" fmla="*/ 148456 w 996181"/>
              <a:gd name="csY1" fmla="*/ 4722 h 658772"/>
              <a:gd name="csX2" fmla="*/ 996181 w 996181"/>
              <a:gd name="csY2" fmla="*/ 363497 h 6587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96181" h="658772">
                <a:moveTo>
                  <a:pt x="5581" y="658772"/>
                </a:moveTo>
                <a:cubicBezTo>
                  <a:pt x="-5532" y="356353"/>
                  <a:pt x="-16644" y="53934"/>
                  <a:pt x="148456" y="4722"/>
                </a:cubicBezTo>
                <a:cubicBezTo>
                  <a:pt x="313556" y="-44490"/>
                  <a:pt x="840606" y="305818"/>
                  <a:pt x="996181" y="363497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FED2E5A-F88D-FD24-9608-254F47BECBA9}"/>
              </a:ext>
            </a:extLst>
          </p:cNvPr>
          <p:cNvCxnSpPr/>
          <p:nvPr/>
        </p:nvCxnSpPr>
        <p:spPr>
          <a:xfrm>
            <a:off x="4076700" y="3854450"/>
            <a:ext cx="0" cy="5969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2AC0A1C-5DC9-D1DD-913B-B73ED7B87B53}"/>
              </a:ext>
            </a:extLst>
          </p:cNvPr>
          <p:cNvCxnSpPr/>
          <p:nvPr/>
        </p:nvCxnSpPr>
        <p:spPr>
          <a:xfrm>
            <a:off x="4663719" y="3854450"/>
            <a:ext cx="0" cy="596900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DC6CFB4-833F-CB63-A419-7B7BDD38CB42}"/>
              </a:ext>
            </a:extLst>
          </p:cNvPr>
          <p:cNvCxnSpPr/>
          <p:nvPr/>
        </p:nvCxnSpPr>
        <p:spPr>
          <a:xfrm>
            <a:off x="5363065" y="3854450"/>
            <a:ext cx="0" cy="5969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0B30276-5718-3243-7AB0-45534DE8FF5E}"/>
              </a:ext>
            </a:extLst>
          </p:cNvPr>
          <p:cNvCxnSpPr/>
          <p:nvPr/>
        </p:nvCxnSpPr>
        <p:spPr>
          <a:xfrm>
            <a:off x="5950084" y="3854450"/>
            <a:ext cx="0" cy="59690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162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FC1C8-7C36-C51B-DA37-8A79D19BC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7345" y="391210"/>
            <a:ext cx="3284005" cy="896605"/>
          </a:xfrm>
        </p:spPr>
        <p:txBody>
          <a:bodyPr>
            <a:normAutofit/>
          </a:bodyPr>
          <a:lstStyle/>
          <a:p>
            <a:r>
              <a:rPr lang="en-SG" sz="3000" dirty="0"/>
              <a:t>Data flow Diagram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F7C940-AA5C-F0E6-1842-66BB51258F8C}"/>
              </a:ext>
            </a:extLst>
          </p:cNvPr>
          <p:cNvSpPr/>
          <p:nvPr/>
        </p:nvSpPr>
        <p:spPr>
          <a:xfrm>
            <a:off x="838200" y="1858474"/>
            <a:ext cx="1587796" cy="8966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85490F-92EC-2B80-8582-0B6137AC2083}"/>
              </a:ext>
            </a:extLst>
          </p:cNvPr>
          <p:cNvSpPr/>
          <p:nvPr/>
        </p:nvSpPr>
        <p:spPr>
          <a:xfrm>
            <a:off x="4325932" y="1843713"/>
            <a:ext cx="1893230" cy="1006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7376DB-82FE-B796-FEF4-F0800A77ED5A}"/>
              </a:ext>
            </a:extLst>
          </p:cNvPr>
          <p:cNvSpPr/>
          <p:nvPr/>
        </p:nvSpPr>
        <p:spPr>
          <a:xfrm>
            <a:off x="7375657" y="1796003"/>
            <a:ext cx="1893230" cy="11642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DEF9E9-7F64-9CD0-32EA-58319C118EC5}"/>
              </a:ext>
            </a:extLst>
          </p:cNvPr>
          <p:cNvSpPr txBox="1"/>
          <p:nvPr/>
        </p:nvSpPr>
        <p:spPr>
          <a:xfrm>
            <a:off x="1176653" y="1463650"/>
            <a:ext cx="910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Board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CB5809-E538-1727-6AE4-C0AB364995A7}"/>
              </a:ext>
            </a:extLst>
          </p:cNvPr>
          <p:cNvSpPr txBox="1"/>
          <p:nvPr/>
        </p:nvSpPr>
        <p:spPr>
          <a:xfrm>
            <a:off x="839795" y="1935126"/>
            <a:ext cx="1201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Buttons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Buzzer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C87BAB-F467-575B-1632-ADB3E131A2D4}"/>
              </a:ext>
            </a:extLst>
          </p:cNvPr>
          <p:cNvSpPr txBox="1"/>
          <p:nvPr/>
        </p:nvSpPr>
        <p:spPr>
          <a:xfrm>
            <a:off x="4817102" y="1438965"/>
            <a:ext cx="910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Board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FC665E-47DD-653F-A6B9-3671128AFB04}"/>
              </a:ext>
            </a:extLst>
          </p:cNvPr>
          <p:cNvSpPr txBox="1"/>
          <p:nvPr/>
        </p:nvSpPr>
        <p:spPr>
          <a:xfrm>
            <a:off x="4406703" y="1867757"/>
            <a:ext cx="17187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Game engine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LEDs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LCD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E7B5EDE-1644-34EB-DBCF-E9002F4D5CAD}"/>
              </a:ext>
            </a:extLst>
          </p:cNvPr>
          <p:cNvCxnSpPr/>
          <p:nvPr/>
        </p:nvCxnSpPr>
        <p:spPr>
          <a:xfrm>
            <a:off x="2424222" y="2119423"/>
            <a:ext cx="190170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AAA1C0-F47C-FFEA-8628-9F0B5B1CFD71}"/>
              </a:ext>
            </a:extLst>
          </p:cNvPr>
          <p:cNvCxnSpPr/>
          <p:nvPr/>
        </p:nvCxnSpPr>
        <p:spPr>
          <a:xfrm flipH="1">
            <a:off x="2424222" y="2517662"/>
            <a:ext cx="190170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B9A2949-19FA-F1DC-A494-D74E879AFA8E}"/>
              </a:ext>
            </a:extLst>
          </p:cNvPr>
          <p:cNvSpPr txBox="1"/>
          <p:nvPr/>
        </p:nvSpPr>
        <p:spPr>
          <a:xfrm>
            <a:off x="2380338" y="2529322"/>
            <a:ext cx="19912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sz="1200" dirty="0"/>
              <a:t>Mesh Responses</a:t>
            </a:r>
          </a:p>
          <a:p>
            <a:pPr algn="ctr"/>
            <a:r>
              <a:rPr lang="en-SG" sz="1000" dirty="0"/>
              <a:t>OK, WRONG , ROUND, GAMEOVER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0C8670-3B1F-C3CB-0559-8FB639DA8F55}"/>
              </a:ext>
            </a:extLst>
          </p:cNvPr>
          <p:cNvSpPr txBox="1"/>
          <p:nvPr/>
        </p:nvSpPr>
        <p:spPr>
          <a:xfrm>
            <a:off x="2757862" y="1515909"/>
            <a:ext cx="11356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sz="1200" dirty="0"/>
              <a:t>Mesh Requests</a:t>
            </a:r>
          </a:p>
          <a:p>
            <a:pPr algn="ctr"/>
            <a:r>
              <a:rPr lang="en-SG" sz="1000" dirty="0"/>
              <a:t>PRESS:x</a:t>
            </a:r>
            <a:br>
              <a:rPr lang="en-SG" sz="1000" dirty="0"/>
            </a:br>
            <a:r>
              <a:rPr lang="en-SG" sz="1000" dirty="0"/>
              <a:t>START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5FC372-BC62-348F-B72A-D524AFDC1971}"/>
              </a:ext>
            </a:extLst>
          </p:cNvPr>
          <p:cNvSpPr txBox="1"/>
          <p:nvPr/>
        </p:nvSpPr>
        <p:spPr>
          <a:xfrm>
            <a:off x="7598272" y="1525079"/>
            <a:ext cx="1430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sz="1200" dirty="0"/>
              <a:t>(HTML &amp; Node Red)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B36197D-EAD1-A6BF-2FB7-84BA90F2453C}"/>
              </a:ext>
            </a:extLst>
          </p:cNvPr>
          <p:cNvCxnSpPr>
            <a:cxnSpLocks/>
          </p:cNvCxnSpPr>
          <p:nvPr/>
        </p:nvCxnSpPr>
        <p:spPr>
          <a:xfrm>
            <a:off x="6219162" y="2009946"/>
            <a:ext cx="115649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CE51D33-C139-33E4-81C8-73345553F476}"/>
              </a:ext>
            </a:extLst>
          </p:cNvPr>
          <p:cNvSpPr txBox="1"/>
          <p:nvPr/>
        </p:nvSpPr>
        <p:spPr>
          <a:xfrm>
            <a:off x="6170140" y="1425670"/>
            <a:ext cx="12086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sz="1200" dirty="0"/>
              <a:t>HTTP REST JSON</a:t>
            </a:r>
          </a:p>
          <a:p>
            <a:pPr algn="ctr"/>
            <a:r>
              <a:rPr lang="en-SG" sz="1000" dirty="0"/>
              <a:t>GET /status</a:t>
            </a:r>
            <a:br>
              <a:rPr lang="en-SG" sz="1000" dirty="0"/>
            </a:br>
            <a:r>
              <a:rPr lang="en-SG" sz="1000" dirty="0"/>
              <a:t>GET /runs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3CA2B3-D17B-2838-FF84-C405EA3C23B5}"/>
              </a:ext>
            </a:extLst>
          </p:cNvPr>
          <p:cNvSpPr txBox="1"/>
          <p:nvPr/>
        </p:nvSpPr>
        <p:spPr>
          <a:xfrm>
            <a:off x="7703861" y="1261572"/>
            <a:ext cx="1292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Dashboards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4A1810-08E2-36EA-778B-D83E09C041FB}"/>
              </a:ext>
            </a:extLst>
          </p:cNvPr>
          <p:cNvSpPr txBox="1"/>
          <p:nvPr/>
        </p:nvSpPr>
        <p:spPr>
          <a:xfrm>
            <a:off x="7513095" y="1759880"/>
            <a:ext cx="14732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Game State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Difficulty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Current Level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Top Score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Current Sequence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Run Active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0BB9970-4CCC-6FA5-D0B0-EB7A9EABADF0}"/>
              </a:ext>
            </a:extLst>
          </p:cNvPr>
          <p:cNvCxnSpPr>
            <a:cxnSpLocks/>
          </p:cNvCxnSpPr>
          <p:nvPr/>
        </p:nvCxnSpPr>
        <p:spPr>
          <a:xfrm flipH="1">
            <a:off x="6219162" y="2727661"/>
            <a:ext cx="115649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C56920D-BEF2-86B1-3464-304931E8D8E0}"/>
              </a:ext>
            </a:extLst>
          </p:cNvPr>
          <p:cNvSpPr txBox="1"/>
          <p:nvPr/>
        </p:nvSpPr>
        <p:spPr>
          <a:xfrm>
            <a:off x="6360481" y="2784166"/>
            <a:ext cx="8899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sz="1200" dirty="0"/>
              <a:t>Commands</a:t>
            </a:r>
          </a:p>
          <a:p>
            <a:pPr algn="ctr"/>
            <a:r>
              <a:rPr lang="en-SG" sz="1000" dirty="0"/>
              <a:t>GET /start</a:t>
            </a:r>
            <a:br>
              <a:rPr lang="en-SG" sz="1000" dirty="0"/>
            </a:br>
            <a:r>
              <a:rPr lang="en-SG" sz="1000" dirty="0"/>
              <a:t>GET /reset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F08FACF-B6F7-40F1-393F-386AA24D3C1C}"/>
              </a:ext>
            </a:extLst>
          </p:cNvPr>
          <p:cNvSpPr txBox="1"/>
          <p:nvPr/>
        </p:nvSpPr>
        <p:spPr>
          <a:xfrm>
            <a:off x="2233507" y="3091942"/>
            <a:ext cx="2404533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SG" sz="1200" dirty="0"/>
              <a:t>WiFi Mesh (PainlessMesh Protocol)</a:t>
            </a:r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1FAA0C02-0A2E-9FA3-ADE6-5E95E859E18B}"/>
              </a:ext>
            </a:extLst>
          </p:cNvPr>
          <p:cNvCxnSpPr>
            <a:cxnSpLocks/>
          </p:cNvCxnSpPr>
          <p:nvPr/>
        </p:nvCxnSpPr>
        <p:spPr>
          <a:xfrm flipV="1">
            <a:off x="4638040" y="2861089"/>
            <a:ext cx="634507" cy="379895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DE0CEF14-C5DD-E126-9979-3747CDBA5298}"/>
              </a:ext>
            </a:extLst>
          </p:cNvPr>
          <p:cNvCxnSpPr>
            <a:stCxn id="66" idx="1"/>
            <a:endCxn id="6" idx="2"/>
          </p:cNvCxnSpPr>
          <p:nvPr/>
        </p:nvCxnSpPr>
        <p:spPr>
          <a:xfrm rot="10800000">
            <a:off x="1632099" y="2755080"/>
            <a:ext cx="601409" cy="475363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466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294</Words>
  <Application>Microsoft Office PowerPoint</Application>
  <PresentationFormat>Widescreen</PresentationFormat>
  <Paragraphs>111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flow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Ng</dc:creator>
  <cp:lastModifiedBy>Justin Ng</cp:lastModifiedBy>
  <cp:revision>11</cp:revision>
  <dcterms:created xsi:type="dcterms:W3CDTF">2025-12-28T07:01:11Z</dcterms:created>
  <dcterms:modified xsi:type="dcterms:W3CDTF">2026-03-08T06:13:48Z</dcterms:modified>
</cp:coreProperties>
</file>